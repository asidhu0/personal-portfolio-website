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7"/>
    <p:restoredTop sz="94717"/>
  </p:normalViewPr>
  <p:slideViewPr>
    <p:cSldViewPr snapToGrid="0">
      <p:cViewPr>
        <p:scale>
          <a:sx n="80" d="100"/>
          <a:sy n="80" d="100"/>
        </p:scale>
        <p:origin x="106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5737-1AFC-838A-8287-5F09D610B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F14E4-D6E3-327A-BBFA-8E06E5E3C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B97E7-A84C-6802-B93E-71CE66135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77FDF-06B7-9C4B-8F9F-5CB6119A9836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1D141-DCEC-53F4-20F2-1B133955B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A7140-CEBE-7B34-67AE-22CBE0B0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0DEF2-CFF0-FA44-9B55-69F396C1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85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94FA-00F6-B838-D46A-F38B01F88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AA8DB-2AC2-CAD2-22DA-8D742785D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C2ED1-2515-F84A-6B3E-FD8C237DA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77FDF-06B7-9C4B-8F9F-5CB6119A9836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F3F9A-AF2C-C54F-C017-8A21AA39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E05A5-4EDE-ABC9-973B-92CE9059F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0DEF2-CFF0-FA44-9B55-69F396C1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94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D868-12D2-F76E-B148-A28ABF100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1A779-C1C2-EFAF-AB13-7FC09F20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75C14-BB26-5142-6E03-5356DCE2D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77FDF-06B7-9C4B-8F9F-5CB6119A9836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014EF-DBCD-C04D-901C-2846A0CAD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99AE7-0D18-C92C-8F55-981608F5F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0DEF2-CFF0-FA44-9B55-69F396C1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90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6258-F30A-AA7D-AD6B-7DCBEA4C9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9CECE-C8F4-0537-3598-94BD2E7D3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5FAEA-774D-DB76-D9BF-25B74A8CF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D7CE9-7258-B3AD-807F-2CC417AFC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77FDF-06B7-9C4B-8F9F-5CB6119A9836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33616-2D0C-D7E7-6D31-C7427A4A1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1E91F-B9CC-9F0E-BB08-5AFDF5BEB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0DEF2-CFF0-FA44-9B55-69F396C1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48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7323B-EF2B-8C8D-2CD8-796F92C5D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57AF1-9D1A-CB0E-D883-A391FC030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CFC0D-2A9B-B1FC-34C9-F6CE04018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F76385-8339-66FF-DDC4-1F5FC69E99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C7F171-507B-4F67-511C-7810B38AE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60835-FC5A-46A5-FAAA-E12112571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77FDF-06B7-9C4B-8F9F-5CB6119A9836}" type="datetimeFigureOut">
              <a:rPr lang="en-US" smtClean="0"/>
              <a:t>9/24/24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144614-6074-5010-EAEC-6DB039C04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41DE4-D5B1-2FDC-92F7-7D0F8E7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0DEF2-CFF0-FA44-9B55-69F396C1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75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684FB-6D7B-142C-B2E1-DE0CB750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A8A398-CE80-D7EA-4603-AD1EAED63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77FDF-06B7-9C4B-8F9F-5CB6119A9836}" type="datetimeFigureOut">
              <a:rPr lang="en-US" smtClean="0"/>
              <a:t>9/24/24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8D187-E225-A45A-C490-47115E441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76277-F9CD-2CED-B5BC-7F7ED74D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0DEF2-CFF0-FA44-9B55-69F396C1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2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A8572C-8267-E362-E788-FD8131B1F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77FDF-06B7-9C4B-8F9F-5CB6119A9836}" type="datetimeFigureOut">
              <a:rPr lang="en-US" smtClean="0"/>
              <a:t>9/24/24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87E86D-D7B5-7FC9-E87A-2B2F2F9E5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9A563-4A75-EEFC-D052-5D9A6CBB1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0DEF2-CFF0-FA44-9B55-69F396C1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46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AFEEC-46F2-5BDD-27D5-523D334D1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7E2F9-5D5E-970A-B7C2-D56C82460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185B0-6BF6-5FC0-42B5-35B536327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F2739-EE21-B3D9-D851-26764B37D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77FDF-06B7-9C4B-8F9F-5CB6119A9836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96C63-2E66-A17C-D081-27B93969E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FDA13-E6D6-F3C1-2B07-4681546F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0DEF2-CFF0-FA44-9B55-69F396C1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1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C78FD-95CC-79D6-CA41-89E33640E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0DCA39-93C7-0330-5F86-D38EA9E9E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1FBF0E-844C-BE24-C5B8-84D75DB03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79553-B95F-86A2-C30F-E5C130922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77FDF-06B7-9C4B-8F9F-5CB6119A9836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C2010-B63B-F2D1-6EAC-4B1952E61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550E7-B028-A4E6-7714-7B74268F8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0DEF2-CFF0-FA44-9B55-69F396C1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61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878BF-7037-CA88-3CA3-828AF7C84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2ABD1-3460-9D9D-C6D2-C5B2A9B25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E743B-FCCF-C658-E6B9-21F7BB07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77FDF-06B7-9C4B-8F9F-5CB6119A9836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AEB3C-FBFA-3DDA-70CC-7FCEFAE4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5973F-FF2C-B8B2-76F5-CE36E326A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0DEF2-CFF0-FA44-9B55-69F396C1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15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7D8F91-8CB8-9D7B-F223-69A002EA60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E0EB3-6E00-82E3-075A-9D24C5A47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416F3-BCDA-A400-347E-36B591BB0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77FDF-06B7-9C4B-8F9F-5CB6119A9836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31C03-793D-5678-45F5-A1AF7E6EC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A5408-6A04-02C5-0BAB-5F2956AF0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0DEF2-CFF0-FA44-9B55-69F396C1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179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50065-8B57-6A44-3D83-F04A72768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F3F8A-BA86-5F0B-50AD-DCB8B3204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C8492-28A6-CA91-0AB7-DB0DE8DE0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77FDF-06B7-9C4B-8F9F-5CB6119A9836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5182D-84DE-8FE7-3AE2-E42863009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1CE33-AEC0-ABF2-1868-F85CFC4D5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0DEF2-CFF0-FA44-9B55-69F396C1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02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B864D470-D9F2-5967-F23B-533891CFE7D8}"/>
              </a:ext>
            </a:extLst>
          </p:cNvPr>
          <p:cNvSpPr/>
          <p:nvPr/>
        </p:nvSpPr>
        <p:spPr>
          <a:xfrm>
            <a:off x="414488" y="-2103329"/>
            <a:ext cx="11777512" cy="11061062"/>
          </a:xfrm>
          <a:prstGeom prst="rect">
            <a:avLst/>
          </a:prstGeom>
          <a:solidFill>
            <a:srgbClr val="F1ED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1EDFB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BD2F673-B670-FEF9-336B-8032AD0F10E1}"/>
              </a:ext>
            </a:extLst>
          </p:cNvPr>
          <p:cNvSpPr/>
          <p:nvPr/>
        </p:nvSpPr>
        <p:spPr>
          <a:xfrm>
            <a:off x="2436184" y="1228301"/>
            <a:ext cx="1137739" cy="1104956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EF2FCD-AA3E-B147-5542-D3C9B7F76875}"/>
              </a:ext>
            </a:extLst>
          </p:cNvPr>
          <p:cNvSpPr/>
          <p:nvPr/>
        </p:nvSpPr>
        <p:spPr>
          <a:xfrm>
            <a:off x="5287354" y="5154116"/>
            <a:ext cx="2282309" cy="2289941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24D40B-0D30-7699-21A3-44DA5B7C0304}"/>
              </a:ext>
            </a:extLst>
          </p:cNvPr>
          <p:cNvSpPr/>
          <p:nvPr/>
        </p:nvSpPr>
        <p:spPr>
          <a:xfrm>
            <a:off x="4718490" y="1228301"/>
            <a:ext cx="1137739" cy="1104956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D5CE9BC-6522-BBD7-55D1-4D8D00D048DE}"/>
              </a:ext>
            </a:extLst>
          </p:cNvPr>
          <p:cNvSpPr/>
          <p:nvPr/>
        </p:nvSpPr>
        <p:spPr>
          <a:xfrm>
            <a:off x="9283102" y="1228301"/>
            <a:ext cx="1137739" cy="1104956"/>
          </a:xfrm>
          <a:prstGeom prst="ellipse">
            <a:avLst/>
          </a:prstGeom>
          <a:noFill/>
          <a:ln>
            <a:solidFill>
              <a:schemeClr val="accent1">
                <a:shade val="1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D398924-8B22-B21A-88A8-13CA14419AC4}"/>
              </a:ext>
            </a:extLst>
          </p:cNvPr>
          <p:cNvSpPr/>
          <p:nvPr/>
        </p:nvSpPr>
        <p:spPr>
          <a:xfrm>
            <a:off x="7000796" y="1228301"/>
            <a:ext cx="1137739" cy="1104956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0C1270-EBFD-93FC-6F43-0E6FF626D28F}"/>
              </a:ext>
            </a:extLst>
          </p:cNvPr>
          <p:cNvCxnSpPr>
            <a:cxnSpLocks/>
            <a:stCxn id="4" idx="5"/>
            <a:endCxn id="14" idx="2"/>
          </p:cNvCxnSpPr>
          <p:nvPr/>
        </p:nvCxnSpPr>
        <p:spPr>
          <a:xfrm>
            <a:off x="3407305" y="2171440"/>
            <a:ext cx="2679203" cy="1623976"/>
          </a:xfrm>
          <a:prstGeom prst="lin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9A9ABEE-9884-406E-E303-344DFA44CBB7}"/>
              </a:ext>
            </a:extLst>
          </p:cNvPr>
          <p:cNvSpPr/>
          <p:nvPr/>
        </p:nvSpPr>
        <p:spPr>
          <a:xfrm>
            <a:off x="6086508" y="3454069"/>
            <a:ext cx="684003" cy="682693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98A71E-539B-5BFE-FA6C-2DFDEBE87A19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525774" y="2295413"/>
            <a:ext cx="660904" cy="1258634"/>
          </a:xfrm>
          <a:prstGeom prst="lin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6E24487-9054-1E4D-7181-D917B84E0ED5}"/>
              </a:ext>
            </a:extLst>
          </p:cNvPr>
          <p:cNvCxnSpPr>
            <a:cxnSpLocks/>
            <a:endCxn id="14" idx="7"/>
          </p:cNvCxnSpPr>
          <p:nvPr/>
        </p:nvCxnSpPr>
        <p:spPr>
          <a:xfrm flipH="1">
            <a:off x="6670341" y="2295413"/>
            <a:ext cx="660904" cy="1258634"/>
          </a:xfrm>
          <a:prstGeom prst="lin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68D66-59F9-F38E-29CE-873A1CC940A6}"/>
              </a:ext>
            </a:extLst>
          </p:cNvPr>
          <p:cNvCxnSpPr>
            <a:stCxn id="10" idx="3"/>
            <a:endCxn id="14" idx="6"/>
          </p:cNvCxnSpPr>
          <p:nvPr/>
        </p:nvCxnSpPr>
        <p:spPr>
          <a:xfrm flipH="1">
            <a:off x="6770511" y="2171440"/>
            <a:ext cx="2679209" cy="1623976"/>
          </a:xfrm>
          <a:prstGeom prst="lin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6C9554F-23A0-4A03-4793-278C1C9D3EF3}"/>
              </a:ext>
            </a:extLst>
          </p:cNvPr>
          <p:cNvCxnSpPr>
            <a:stCxn id="14" idx="4"/>
            <a:endCxn id="8" idx="0"/>
          </p:cNvCxnSpPr>
          <p:nvPr/>
        </p:nvCxnSpPr>
        <p:spPr>
          <a:xfrm flipH="1">
            <a:off x="6428509" y="4136762"/>
            <a:ext cx="1" cy="1017354"/>
          </a:xfrm>
          <a:prstGeom prst="line">
            <a:avLst/>
          </a:prstGeom>
          <a:ln w="7620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Freeform 68">
            <a:extLst>
              <a:ext uri="{FF2B5EF4-FFF2-40B4-BE49-F238E27FC236}">
                <a16:creationId xmlns:a16="http://schemas.microsoft.com/office/drawing/2014/main" id="{5E459A0E-2AFA-70D6-CC87-A09BBA8EE399}"/>
              </a:ext>
            </a:extLst>
          </p:cNvPr>
          <p:cNvSpPr/>
          <p:nvPr/>
        </p:nvSpPr>
        <p:spPr>
          <a:xfrm>
            <a:off x="2793508" y="2"/>
            <a:ext cx="423089" cy="1228299"/>
          </a:xfrm>
          <a:custGeom>
            <a:avLst/>
            <a:gdLst>
              <a:gd name="connsiteX0" fmla="*/ 423089 w 423089"/>
              <a:gd name="connsiteY0" fmla="*/ 0 h 1228299"/>
              <a:gd name="connsiteX1" fmla="*/ 9 w 423089"/>
              <a:gd name="connsiteY1" fmla="*/ 218365 h 1228299"/>
              <a:gd name="connsiteX2" fmla="*/ 409441 w 423089"/>
              <a:gd name="connsiteY2" fmla="*/ 327547 h 1228299"/>
              <a:gd name="connsiteX3" fmla="*/ 40952 w 423089"/>
              <a:gd name="connsiteY3" fmla="*/ 573206 h 1228299"/>
              <a:gd name="connsiteX4" fmla="*/ 423089 w 423089"/>
              <a:gd name="connsiteY4" fmla="*/ 655093 h 1228299"/>
              <a:gd name="connsiteX5" fmla="*/ 40952 w 423089"/>
              <a:gd name="connsiteY5" fmla="*/ 900753 h 1228299"/>
              <a:gd name="connsiteX6" fmla="*/ 286612 w 423089"/>
              <a:gd name="connsiteY6" fmla="*/ 1228299 h 12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089" h="1228299">
                <a:moveTo>
                  <a:pt x="423089" y="0"/>
                </a:moveTo>
                <a:cubicBezTo>
                  <a:pt x="212686" y="81887"/>
                  <a:pt x="2284" y="163774"/>
                  <a:pt x="9" y="218365"/>
                </a:cubicBezTo>
                <a:cubicBezTo>
                  <a:pt x="-2266" y="272956"/>
                  <a:pt x="402617" y="268407"/>
                  <a:pt x="409441" y="327547"/>
                </a:cubicBezTo>
                <a:cubicBezTo>
                  <a:pt x="416265" y="386687"/>
                  <a:pt x="38677" y="518615"/>
                  <a:pt x="40952" y="573206"/>
                </a:cubicBezTo>
                <a:cubicBezTo>
                  <a:pt x="43227" y="627797"/>
                  <a:pt x="423089" y="600502"/>
                  <a:pt x="423089" y="655093"/>
                </a:cubicBezTo>
                <a:cubicBezTo>
                  <a:pt x="423089" y="709684"/>
                  <a:pt x="63698" y="805219"/>
                  <a:pt x="40952" y="900753"/>
                </a:cubicBezTo>
                <a:cubicBezTo>
                  <a:pt x="18206" y="996287"/>
                  <a:pt x="179705" y="1171433"/>
                  <a:pt x="286612" y="1228299"/>
                </a:cubicBezTo>
              </a:path>
            </a:pathLst>
          </a:cu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 69">
            <a:extLst>
              <a:ext uri="{FF2B5EF4-FFF2-40B4-BE49-F238E27FC236}">
                <a16:creationId xmlns:a16="http://schemas.microsoft.com/office/drawing/2014/main" id="{8D30956B-370D-58F1-56C9-87C1D434BB52}"/>
              </a:ext>
            </a:extLst>
          </p:cNvPr>
          <p:cNvSpPr/>
          <p:nvPr/>
        </p:nvSpPr>
        <p:spPr>
          <a:xfrm>
            <a:off x="5075809" y="1"/>
            <a:ext cx="423089" cy="1228299"/>
          </a:xfrm>
          <a:custGeom>
            <a:avLst/>
            <a:gdLst>
              <a:gd name="connsiteX0" fmla="*/ 423089 w 423089"/>
              <a:gd name="connsiteY0" fmla="*/ 0 h 1228299"/>
              <a:gd name="connsiteX1" fmla="*/ 9 w 423089"/>
              <a:gd name="connsiteY1" fmla="*/ 218365 h 1228299"/>
              <a:gd name="connsiteX2" fmla="*/ 409441 w 423089"/>
              <a:gd name="connsiteY2" fmla="*/ 327547 h 1228299"/>
              <a:gd name="connsiteX3" fmla="*/ 40952 w 423089"/>
              <a:gd name="connsiteY3" fmla="*/ 573206 h 1228299"/>
              <a:gd name="connsiteX4" fmla="*/ 423089 w 423089"/>
              <a:gd name="connsiteY4" fmla="*/ 655093 h 1228299"/>
              <a:gd name="connsiteX5" fmla="*/ 40952 w 423089"/>
              <a:gd name="connsiteY5" fmla="*/ 900753 h 1228299"/>
              <a:gd name="connsiteX6" fmla="*/ 286612 w 423089"/>
              <a:gd name="connsiteY6" fmla="*/ 1228299 h 12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089" h="1228299">
                <a:moveTo>
                  <a:pt x="423089" y="0"/>
                </a:moveTo>
                <a:cubicBezTo>
                  <a:pt x="212686" y="81887"/>
                  <a:pt x="2284" y="163774"/>
                  <a:pt x="9" y="218365"/>
                </a:cubicBezTo>
                <a:cubicBezTo>
                  <a:pt x="-2266" y="272956"/>
                  <a:pt x="402617" y="268407"/>
                  <a:pt x="409441" y="327547"/>
                </a:cubicBezTo>
                <a:cubicBezTo>
                  <a:pt x="416265" y="386687"/>
                  <a:pt x="38677" y="518615"/>
                  <a:pt x="40952" y="573206"/>
                </a:cubicBezTo>
                <a:cubicBezTo>
                  <a:pt x="43227" y="627797"/>
                  <a:pt x="423089" y="600502"/>
                  <a:pt x="423089" y="655093"/>
                </a:cubicBezTo>
                <a:cubicBezTo>
                  <a:pt x="423089" y="709684"/>
                  <a:pt x="63698" y="805219"/>
                  <a:pt x="40952" y="900753"/>
                </a:cubicBezTo>
                <a:cubicBezTo>
                  <a:pt x="18206" y="996287"/>
                  <a:pt x="179705" y="1171433"/>
                  <a:pt x="286612" y="1228299"/>
                </a:cubicBezTo>
              </a:path>
            </a:pathLst>
          </a:cu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 70">
            <a:extLst>
              <a:ext uri="{FF2B5EF4-FFF2-40B4-BE49-F238E27FC236}">
                <a16:creationId xmlns:a16="http://schemas.microsoft.com/office/drawing/2014/main" id="{21CF2C75-5D55-467C-FE28-33F5B4592BD3}"/>
              </a:ext>
            </a:extLst>
          </p:cNvPr>
          <p:cNvSpPr/>
          <p:nvPr/>
        </p:nvSpPr>
        <p:spPr>
          <a:xfrm>
            <a:off x="7358110" y="0"/>
            <a:ext cx="423089" cy="1228299"/>
          </a:xfrm>
          <a:custGeom>
            <a:avLst/>
            <a:gdLst>
              <a:gd name="connsiteX0" fmla="*/ 423089 w 423089"/>
              <a:gd name="connsiteY0" fmla="*/ 0 h 1228299"/>
              <a:gd name="connsiteX1" fmla="*/ 9 w 423089"/>
              <a:gd name="connsiteY1" fmla="*/ 218365 h 1228299"/>
              <a:gd name="connsiteX2" fmla="*/ 409441 w 423089"/>
              <a:gd name="connsiteY2" fmla="*/ 327547 h 1228299"/>
              <a:gd name="connsiteX3" fmla="*/ 40952 w 423089"/>
              <a:gd name="connsiteY3" fmla="*/ 573206 h 1228299"/>
              <a:gd name="connsiteX4" fmla="*/ 423089 w 423089"/>
              <a:gd name="connsiteY4" fmla="*/ 655093 h 1228299"/>
              <a:gd name="connsiteX5" fmla="*/ 40952 w 423089"/>
              <a:gd name="connsiteY5" fmla="*/ 900753 h 1228299"/>
              <a:gd name="connsiteX6" fmla="*/ 286612 w 423089"/>
              <a:gd name="connsiteY6" fmla="*/ 1228299 h 12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089" h="1228299">
                <a:moveTo>
                  <a:pt x="423089" y="0"/>
                </a:moveTo>
                <a:cubicBezTo>
                  <a:pt x="212686" y="81887"/>
                  <a:pt x="2284" y="163774"/>
                  <a:pt x="9" y="218365"/>
                </a:cubicBezTo>
                <a:cubicBezTo>
                  <a:pt x="-2266" y="272956"/>
                  <a:pt x="402617" y="268407"/>
                  <a:pt x="409441" y="327547"/>
                </a:cubicBezTo>
                <a:cubicBezTo>
                  <a:pt x="416265" y="386687"/>
                  <a:pt x="38677" y="518615"/>
                  <a:pt x="40952" y="573206"/>
                </a:cubicBezTo>
                <a:cubicBezTo>
                  <a:pt x="43227" y="627797"/>
                  <a:pt x="423089" y="600502"/>
                  <a:pt x="423089" y="655093"/>
                </a:cubicBezTo>
                <a:cubicBezTo>
                  <a:pt x="423089" y="709684"/>
                  <a:pt x="63698" y="805219"/>
                  <a:pt x="40952" y="900753"/>
                </a:cubicBezTo>
                <a:cubicBezTo>
                  <a:pt x="18206" y="996287"/>
                  <a:pt x="179705" y="1171433"/>
                  <a:pt x="286612" y="1228299"/>
                </a:cubicBezTo>
              </a:path>
            </a:pathLst>
          </a:cu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A2366D7C-895F-A8B6-F4DE-68F7613E2215}"/>
              </a:ext>
            </a:extLst>
          </p:cNvPr>
          <p:cNvSpPr/>
          <p:nvPr/>
        </p:nvSpPr>
        <p:spPr>
          <a:xfrm>
            <a:off x="9640411" y="0"/>
            <a:ext cx="423089" cy="1228299"/>
          </a:xfrm>
          <a:custGeom>
            <a:avLst/>
            <a:gdLst>
              <a:gd name="connsiteX0" fmla="*/ 423089 w 423089"/>
              <a:gd name="connsiteY0" fmla="*/ 0 h 1228299"/>
              <a:gd name="connsiteX1" fmla="*/ 9 w 423089"/>
              <a:gd name="connsiteY1" fmla="*/ 218365 h 1228299"/>
              <a:gd name="connsiteX2" fmla="*/ 409441 w 423089"/>
              <a:gd name="connsiteY2" fmla="*/ 327547 h 1228299"/>
              <a:gd name="connsiteX3" fmla="*/ 40952 w 423089"/>
              <a:gd name="connsiteY3" fmla="*/ 573206 h 1228299"/>
              <a:gd name="connsiteX4" fmla="*/ 423089 w 423089"/>
              <a:gd name="connsiteY4" fmla="*/ 655093 h 1228299"/>
              <a:gd name="connsiteX5" fmla="*/ 40952 w 423089"/>
              <a:gd name="connsiteY5" fmla="*/ 900753 h 1228299"/>
              <a:gd name="connsiteX6" fmla="*/ 286612 w 423089"/>
              <a:gd name="connsiteY6" fmla="*/ 1228299 h 12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089" h="1228299">
                <a:moveTo>
                  <a:pt x="423089" y="0"/>
                </a:moveTo>
                <a:cubicBezTo>
                  <a:pt x="212686" y="81887"/>
                  <a:pt x="2284" y="163774"/>
                  <a:pt x="9" y="218365"/>
                </a:cubicBezTo>
                <a:cubicBezTo>
                  <a:pt x="-2266" y="272956"/>
                  <a:pt x="402617" y="268407"/>
                  <a:pt x="409441" y="327547"/>
                </a:cubicBezTo>
                <a:cubicBezTo>
                  <a:pt x="416265" y="386687"/>
                  <a:pt x="38677" y="518615"/>
                  <a:pt x="40952" y="573206"/>
                </a:cubicBezTo>
                <a:cubicBezTo>
                  <a:pt x="43227" y="627797"/>
                  <a:pt x="423089" y="600502"/>
                  <a:pt x="423089" y="655093"/>
                </a:cubicBezTo>
                <a:cubicBezTo>
                  <a:pt x="423089" y="709684"/>
                  <a:pt x="63698" y="805219"/>
                  <a:pt x="40952" y="900753"/>
                </a:cubicBezTo>
                <a:cubicBezTo>
                  <a:pt x="18206" y="996287"/>
                  <a:pt x="179705" y="1171433"/>
                  <a:pt x="286612" y="1228299"/>
                </a:cubicBezTo>
              </a:path>
            </a:pathLst>
          </a:cu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01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ED788-973A-6BEF-9FF6-DD39AD352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BCE0221F-0119-A048-DA7F-FCCDFD27E4A6}"/>
              </a:ext>
            </a:extLst>
          </p:cNvPr>
          <p:cNvSpPr/>
          <p:nvPr/>
        </p:nvSpPr>
        <p:spPr>
          <a:xfrm>
            <a:off x="414488" y="-727910"/>
            <a:ext cx="11777512" cy="11061062"/>
          </a:xfrm>
          <a:prstGeom prst="rect">
            <a:avLst/>
          </a:prstGeom>
          <a:solidFill>
            <a:srgbClr val="F1ED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1EDFB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D068654-2FFA-3AAD-59F7-249D0C16CFD5}"/>
              </a:ext>
            </a:extLst>
          </p:cNvPr>
          <p:cNvSpPr/>
          <p:nvPr/>
        </p:nvSpPr>
        <p:spPr>
          <a:xfrm>
            <a:off x="2436183" y="1228301"/>
            <a:ext cx="1225296" cy="1225296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445D67-0E29-7A49-748D-DE4B59503A87}"/>
              </a:ext>
            </a:extLst>
          </p:cNvPr>
          <p:cNvSpPr/>
          <p:nvPr/>
        </p:nvSpPr>
        <p:spPr>
          <a:xfrm>
            <a:off x="5331138" y="6472935"/>
            <a:ext cx="2282309" cy="2289941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Kernel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9BAE0A4-ACB9-9010-D299-5F6BD8C66585}"/>
              </a:ext>
            </a:extLst>
          </p:cNvPr>
          <p:cNvSpPr/>
          <p:nvPr/>
        </p:nvSpPr>
        <p:spPr>
          <a:xfrm>
            <a:off x="4718490" y="1228301"/>
            <a:ext cx="1225296" cy="1225296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ECED78C-D9E0-C048-DEA7-FCCCD67B7A2A}"/>
              </a:ext>
            </a:extLst>
          </p:cNvPr>
          <p:cNvSpPr/>
          <p:nvPr/>
        </p:nvSpPr>
        <p:spPr>
          <a:xfrm>
            <a:off x="9283101" y="1228301"/>
            <a:ext cx="1225296" cy="1225296"/>
          </a:xfrm>
          <a:prstGeom prst="ellipse">
            <a:avLst/>
          </a:prstGeom>
          <a:noFill/>
          <a:ln>
            <a:solidFill>
              <a:schemeClr val="accent1">
                <a:shade val="1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4637FC-229C-A3AB-CCE0-B9E7E9EEBF2E}"/>
              </a:ext>
            </a:extLst>
          </p:cNvPr>
          <p:cNvSpPr/>
          <p:nvPr/>
        </p:nvSpPr>
        <p:spPr>
          <a:xfrm>
            <a:off x="7000795" y="1228301"/>
            <a:ext cx="1225296" cy="1225296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Thread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50D48E-2370-6559-68EA-BF595206ECBD}"/>
              </a:ext>
            </a:extLst>
          </p:cNvPr>
          <p:cNvCxnSpPr>
            <a:cxnSpLocks/>
            <a:stCxn id="4" idx="5"/>
            <a:endCxn id="2" idx="1"/>
          </p:cNvCxnSpPr>
          <p:nvPr/>
        </p:nvCxnSpPr>
        <p:spPr>
          <a:xfrm>
            <a:off x="3482039" y="2274157"/>
            <a:ext cx="2315093" cy="1620446"/>
          </a:xfrm>
          <a:prstGeom prst="lin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505EC28-06AC-75F6-72B6-3318107BAACD}"/>
              </a:ext>
            </a:extLst>
          </p:cNvPr>
          <p:cNvCxnSpPr>
            <a:cxnSpLocks/>
          </p:cNvCxnSpPr>
          <p:nvPr/>
        </p:nvCxnSpPr>
        <p:spPr>
          <a:xfrm>
            <a:off x="5417181" y="2453597"/>
            <a:ext cx="660904" cy="1258634"/>
          </a:xfrm>
          <a:prstGeom prst="lin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73540A-25C0-C507-3ED8-3FFAC1ECE273}"/>
              </a:ext>
            </a:extLst>
          </p:cNvPr>
          <p:cNvCxnSpPr>
            <a:cxnSpLocks/>
          </p:cNvCxnSpPr>
          <p:nvPr/>
        </p:nvCxnSpPr>
        <p:spPr>
          <a:xfrm flipH="1">
            <a:off x="6866496" y="2453597"/>
            <a:ext cx="689432" cy="1258634"/>
          </a:xfrm>
          <a:prstGeom prst="lin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DAE3004-1245-2190-2DE8-923050CA6702}"/>
              </a:ext>
            </a:extLst>
          </p:cNvPr>
          <p:cNvCxnSpPr>
            <a:cxnSpLocks/>
            <a:endCxn id="2" idx="7"/>
          </p:cNvCxnSpPr>
          <p:nvPr/>
        </p:nvCxnSpPr>
        <p:spPr>
          <a:xfrm flipH="1">
            <a:off x="7090288" y="2306401"/>
            <a:ext cx="2380283" cy="1588202"/>
          </a:xfrm>
          <a:prstGeom prst="lin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3E31D6F-1165-55F0-0F5C-4088CC3E79E1}"/>
              </a:ext>
            </a:extLst>
          </p:cNvPr>
          <p:cNvCxnSpPr>
            <a:cxnSpLocks/>
          </p:cNvCxnSpPr>
          <p:nvPr/>
        </p:nvCxnSpPr>
        <p:spPr>
          <a:xfrm flipH="1">
            <a:off x="6443709" y="5455581"/>
            <a:ext cx="1" cy="1017354"/>
          </a:xfrm>
          <a:prstGeom prst="line">
            <a:avLst/>
          </a:prstGeom>
          <a:ln w="7620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Freeform 68">
            <a:extLst>
              <a:ext uri="{FF2B5EF4-FFF2-40B4-BE49-F238E27FC236}">
                <a16:creationId xmlns:a16="http://schemas.microsoft.com/office/drawing/2014/main" id="{7081F84E-1C28-27B2-59CD-B4A9D603CAD6}"/>
              </a:ext>
            </a:extLst>
          </p:cNvPr>
          <p:cNvSpPr/>
          <p:nvPr/>
        </p:nvSpPr>
        <p:spPr>
          <a:xfrm>
            <a:off x="2793508" y="2"/>
            <a:ext cx="423089" cy="1228299"/>
          </a:xfrm>
          <a:custGeom>
            <a:avLst/>
            <a:gdLst>
              <a:gd name="connsiteX0" fmla="*/ 423089 w 423089"/>
              <a:gd name="connsiteY0" fmla="*/ 0 h 1228299"/>
              <a:gd name="connsiteX1" fmla="*/ 9 w 423089"/>
              <a:gd name="connsiteY1" fmla="*/ 218365 h 1228299"/>
              <a:gd name="connsiteX2" fmla="*/ 409441 w 423089"/>
              <a:gd name="connsiteY2" fmla="*/ 327547 h 1228299"/>
              <a:gd name="connsiteX3" fmla="*/ 40952 w 423089"/>
              <a:gd name="connsiteY3" fmla="*/ 573206 h 1228299"/>
              <a:gd name="connsiteX4" fmla="*/ 423089 w 423089"/>
              <a:gd name="connsiteY4" fmla="*/ 655093 h 1228299"/>
              <a:gd name="connsiteX5" fmla="*/ 40952 w 423089"/>
              <a:gd name="connsiteY5" fmla="*/ 900753 h 1228299"/>
              <a:gd name="connsiteX6" fmla="*/ 286612 w 423089"/>
              <a:gd name="connsiteY6" fmla="*/ 1228299 h 12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089" h="1228299">
                <a:moveTo>
                  <a:pt x="423089" y="0"/>
                </a:moveTo>
                <a:cubicBezTo>
                  <a:pt x="212686" y="81887"/>
                  <a:pt x="2284" y="163774"/>
                  <a:pt x="9" y="218365"/>
                </a:cubicBezTo>
                <a:cubicBezTo>
                  <a:pt x="-2266" y="272956"/>
                  <a:pt x="402617" y="268407"/>
                  <a:pt x="409441" y="327547"/>
                </a:cubicBezTo>
                <a:cubicBezTo>
                  <a:pt x="416265" y="386687"/>
                  <a:pt x="38677" y="518615"/>
                  <a:pt x="40952" y="573206"/>
                </a:cubicBezTo>
                <a:cubicBezTo>
                  <a:pt x="43227" y="627797"/>
                  <a:pt x="423089" y="600502"/>
                  <a:pt x="423089" y="655093"/>
                </a:cubicBezTo>
                <a:cubicBezTo>
                  <a:pt x="423089" y="709684"/>
                  <a:pt x="63698" y="805219"/>
                  <a:pt x="40952" y="900753"/>
                </a:cubicBezTo>
                <a:cubicBezTo>
                  <a:pt x="18206" y="996287"/>
                  <a:pt x="179705" y="1171433"/>
                  <a:pt x="286612" y="1228299"/>
                </a:cubicBezTo>
              </a:path>
            </a:pathLst>
          </a:cu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 69">
            <a:extLst>
              <a:ext uri="{FF2B5EF4-FFF2-40B4-BE49-F238E27FC236}">
                <a16:creationId xmlns:a16="http://schemas.microsoft.com/office/drawing/2014/main" id="{CD272B93-CE48-FA90-9E54-6CDA7820EC61}"/>
              </a:ext>
            </a:extLst>
          </p:cNvPr>
          <p:cNvSpPr/>
          <p:nvPr/>
        </p:nvSpPr>
        <p:spPr>
          <a:xfrm>
            <a:off x="5075809" y="1"/>
            <a:ext cx="423089" cy="1228299"/>
          </a:xfrm>
          <a:custGeom>
            <a:avLst/>
            <a:gdLst>
              <a:gd name="connsiteX0" fmla="*/ 423089 w 423089"/>
              <a:gd name="connsiteY0" fmla="*/ 0 h 1228299"/>
              <a:gd name="connsiteX1" fmla="*/ 9 w 423089"/>
              <a:gd name="connsiteY1" fmla="*/ 218365 h 1228299"/>
              <a:gd name="connsiteX2" fmla="*/ 409441 w 423089"/>
              <a:gd name="connsiteY2" fmla="*/ 327547 h 1228299"/>
              <a:gd name="connsiteX3" fmla="*/ 40952 w 423089"/>
              <a:gd name="connsiteY3" fmla="*/ 573206 h 1228299"/>
              <a:gd name="connsiteX4" fmla="*/ 423089 w 423089"/>
              <a:gd name="connsiteY4" fmla="*/ 655093 h 1228299"/>
              <a:gd name="connsiteX5" fmla="*/ 40952 w 423089"/>
              <a:gd name="connsiteY5" fmla="*/ 900753 h 1228299"/>
              <a:gd name="connsiteX6" fmla="*/ 286612 w 423089"/>
              <a:gd name="connsiteY6" fmla="*/ 1228299 h 12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089" h="1228299">
                <a:moveTo>
                  <a:pt x="423089" y="0"/>
                </a:moveTo>
                <a:cubicBezTo>
                  <a:pt x="212686" y="81887"/>
                  <a:pt x="2284" y="163774"/>
                  <a:pt x="9" y="218365"/>
                </a:cubicBezTo>
                <a:cubicBezTo>
                  <a:pt x="-2266" y="272956"/>
                  <a:pt x="402617" y="268407"/>
                  <a:pt x="409441" y="327547"/>
                </a:cubicBezTo>
                <a:cubicBezTo>
                  <a:pt x="416265" y="386687"/>
                  <a:pt x="38677" y="518615"/>
                  <a:pt x="40952" y="573206"/>
                </a:cubicBezTo>
                <a:cubicBezTo>
                  <a:pt x="43227" y="627797"/>
                  <a:pt x="423089" y="600502"/>
                  <a:pt x="423089" y="655093"/>
                </a:cubicBezTo>
                <a:cubicBezTo>
                  <a:pt x="423089" y="709684"/>
                  <a:pt x="63698" y="805219"/>
                  <a:pt x="40952" y="900753"/>
                </a:cubicBezTo>
                <a:cubicBezTo>
                  <a:pt x="18206" y="996287"/>
                  <a:pt x="179705" y="1171433"/>
                  <a:pt x="286612" y="1228299"/>
                </a:cubicBezTo>
              </a:path>
            </a:pathLst>
          </a:cu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 70">
            <a:extLst>
              <a:ext uri="{FF2B5EF4-FFF2-40B4-BE49-F238E27FC236}">
                <a16:creationId xmlns:a16="http://schemas.microsoft.com/office/drawing/2014/main" id="{D0158541-1694-783D-7B15-DA02E87C511E}"/>
              </a:ext>
            </a:extLst>
          </p:cNvPr>
          <p:cNvSpPr/>
          <p:nvPr/>
        </p:nvSpPr>
        <p:spPr>
          <a:xfrm>
            <a:off x="7358110" y="0"/>
            <a:ext cx="423089" cy="1228299"/>
          </a:xfrm>
          <a:custGeom>
            <a:avLst/>
            <a:gdLst>
              <a:gd name="connsiteX0" fmla="*/ 423089 w 423089"/>
              <a:gd name="connsiteY0" fmla="*/ 0 h 1228299"/>
              <a:gd name="connsiteX1" fmla="*/ 9 w 423089"/>
              <a:gd name="connsiteY1" fmla="*/ 218365 h 1228299"/>
              <a:gd name="connsiteX2" fmla="*/ 409441 w 423089"/>
              <a:gd name="connsiteY2" fmla="*/ 327547 h 1228299"/>
              <a:gd name="connsiteX3" fmla="*/ 40952 w 423089"/>
              <a:gd name="connsiteY3" fmla="*/ 573206 h 1228299"/>
              <a:gd name="connsiteX4" fmla="*/ 423089 w 423089"/>
              <a:gd name="connsiteY4" fmla="*/ 655093 h 1228299"/>
              <a:gd name="connsiteX5" fmla="*/ 40952 w 423089"/>
              <a:gd name="connsiteY5" fmla="*/ 900753 h 1228299"/>
              <a:gd name="connsiteX6" fmla="*/ 286612 w 423089"/>
              <a:gd name="connsiteY6" fmla="*/ 1228299 h 12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089" h="1228299">
                <a:moveTo>
                  <a:pt x="423089" y="0"/>
                </a:moveTo>
                <a:cubicBezTo>
                  <a:pt x="212686" y="81887"/>
                  <a:pt x="2284" y="163774"/>
                  <a:pt x="9" y="218365"/>
                </a:cubicBezTo>
                <a:cubicBezTo>
                  <a:pt x="-2266" y="272956"/>
                  <a:pt x="402617" y="268407"/>
                  <a:pt x="409441" y="327547"/>
                </a:cubicBezTo>
                <a:cubicBezTo>
                  <a:pt x="416265" y="386687"/>
                  <a:pt x="38677" y="518615"/>
                  <a:pt x="40952" y="573206"/>
                </a:cubicBezTo>
                <a:cubicBezTo>
                  <a:pt x="43227" y="627797"/>
                  <a:pt x="423089" y="600502"/>
                  <a:pt x="423089" y="655093"/>
                </a:cubicBezTo>
                <a:cubicBezTo>
                  <a:pt x="423089" y="709684"/>
                  <a:pt x="63698" y="805219"/>
                  <a:pt x="40952" y="900753"/>
                </a:cubicBezTo>
                <a:cubicBezTo>
                  <a:pt x="18206" y="996287"/>
                  <a:pt x="179705" y="1171433"/>
                  <a:pt x="286612" y="1228299"/>
                </a:cubicBezTo>
              </a:path>
            </a:pathLst>
          </a:cu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BCDE921B-C334-86AA-FD9D-66420F0C85EB}"/>
              </a:ext>
            </a:extLst>
          </p:cNvPr>
          <p:cNvSpPr/>
          <p:nvPr/>
        </p:nvSpPr>
        <p:spPr>
          <a:xfrm>
            <a:off x="9640411" y="0"/>
            <a:ext cx="423089" cy="1228299"/>
          </a:xfrm>
          <a:custGeom>
            <a:avLst/>
            <a:gdLst>
              <a:gd name="connsiteX0" fmla="*/ 423089 w 423089"/>
              <a:gd name="connsiteY0" fmla="*/ 0 h 1228299"/>
              <a:gd name="connsiteX1" fmla="*/ 9 w 423089"/>
              <a:gd name="connsiteY1" fmla="*/ 218365 h 1228299"/>
              <a:gd name="connsiteX2" fmla="*/ 409441 w 423089"/>
              <a:gd name="connsiteY2" fmla="*/ 327547 h 1228299"/>
              <a:gd name="connsiteX3" fmla="*/ 40952 w 423089"/>
              <a:gd name="connsiteY3" fmla="*/ 573206 h 1228299"/>
              <a:gd name="connsiteX4" fmla="*/ 423089 w 423089"/>
              <a:gd name="connsiteY4" fmla="*/ 655093 h 1228299"/>
              <a:gd name="connsiteX5" fmla="*/ 40952 w 423089"/>
              <a:gd name="connsiteY5" fmla="*/ 900753 h 1228299"/>
              <a:gd name="connsiteX6" fmla="*/ 286612 w 423089"/>
              <a:gd name="connsiteY6" fmla="*/ 1228299 h 12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089" h="1228299">
                <a:moveTo>
                  <a:pt x="423089" y="0"/>
                </a:moveTo>
                <a:cubicBezTo>
                  <a:pt x="212686" y="81887"/>
                  <a:pt x="2284" y="163774"/>
                  <a:pt x="9" y="218365"/>
                </a:cubicBezTo>
                <a:cubicBezTo>
                  <a:pt x="-2266" y="272956"/>
                  <a:pt x="402617" y="268407"/>
                  <a:pt x="409441" y="327547"/>
                </a:cubicBezTo>
                <a:cubicBezTo>
                  <a:pt x="416265" y="386687"/>
                  <a:pt x="38677" y="518615"/>
                  <a:pt x="40952" y="573206"/>
                </a:cubicBezTo>
                <a:cubicBezTo>
                  <a:pt x="43227" y="627797"/>
                  <a:pt x="423089" y="600502"/>
                  <a:pt x="423089" y="655093"/>
                </a:cubicBezTo>
                <a:cubicBezTo>
                  <a:pt x="423089" y="709684"/>
                  <a:pt x="63698" y="805219"/>
                  <a:pt x="40952" y="900753"/>
                </a:cubicBezTo>
                <a:cubicBezTo>
                  <a:pt x="18206" y="996287"/>
                  <a:pt x="179705" y="1171433"/>
                  <a:pt x="286612" y="1228299"/>
                </a:cubicBezTo>
              </a:path>
            </a:pathLst>
          </a:cu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5BF7B0B-C8B5-4686-B2B4-D081E136C02A}"/>
              </a:ext>
            </a:extLst>
          </p:cNvPr>
          <p:cNvSpPr/>
          <p:nvPr/>
        </p:nvSpPr>
        <p:spPr>
          <a:xfrm>
            <a:off x="5529310" y="3626781"/>
            <a:ext cx="1828800" cy="1828800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8D156C-BD65-EC5E-57D5-9B383EF1D51C}"/>
              </a:ext>
            </a:extLst>
          </p:cNvPr>
          <p:cNvCxnSpPr>
            <a:cxnSpLocks/>
          </p:cNvCxnSpPr>
          <p:nvPr/>
        </p:nvCxnSpPr>
        <p:spPr>
          <a:xfrm>
            <a:off x="1891862" y="5914134"/>
            <a:ext cx="933318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B05B75A-C460-1808-24C5-5070DDB908C5}"/>
              </a:ext>
            </a:extLst>
          </p:cNvPr>
          <p:cNvSpPr txBox="1"/>
          <p:nvPr/>
        </p:nvSpPr>
        <p:spPr>
          <a:xfrm>
            <a:off x="9675039" y="5290464"/>
            <a:ext cx="1363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Space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7F8E00-BE3A-0B27-DCE7-E577AA47FED6}"/>
              </a:ext>
            </a:extLst>
          </p:cNvPr>
          <p:cNvSpPr txBox="1"/>
          <p:nvPr/>
        </p:nvSpPr>
        <p:spPr>
          <a:xfrm>
            <a:off x="9570944" y="6053479"/>
            <a:ext cx="1571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Kernel Space</a:t>
            </a:r>
          </a:p>
        </p:txBody>
      </p:sp>
    </p:spTree>
    <p:extLst>
      <p:ext uri="{BB962C8B-B14F-4D97-AF65-F5344CB8AC3E}">
        <p14:creationId xmlns:p14="http://schemas.microsoft.com/office/powerpoint/2010/main" val="1020750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51FF77-7E32-9585-4122-8CB9529C7CB5}"/>
              </a:ext>
            </a:extLst>
          </p:cNvPr>
          <p:cNvSpPr/>
          <p:nvPr/>
        </p:nvSpPr>
        <p:spPr>
          <a:xfrm>
            <a:off x="2732715" y="957471"/>
            <a:ext cx="6101536" cy="4286330"/>
          </a:xfrm>
          <a:prstGeom prst="rect">
            <a:avLst/>
          </a:prstGeom>
          <a:solidFill>
            <a:srgbClr val="F1E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1EDFB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7889B6E-BC3B-EDE6-5CE9-649D17AE2F40}"/>
              </a:ext>
            </a:extLst>
          </p:cNvPr>
          <p:cNvSpPr/>
          <p:nvPr/>
        </p:nvSpPr>
        <p:spPr>
          <a:xfrm>
            <a:off x="5326283" y="4228829"/>
            <a:ext cx="914400" cy="914400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5AC45E4-9116-AC5F-3232-B243BA195570}"/>
              </a:ext>
            </a:extLst>
          </p:cNvPr>
          <p:cNvSpPr/>
          <p:nvPr/>
        </p:nvSpPr>
        <p:spPr>
          <a:xfrm>
            <a:off x="4754783" y="1887207"/>
            <a:ext cx="685800" cy="685800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D1FDEB5-C5E2-F759-3BA5-340572BEC3AB}"/>
              </a:ext>
            </a:extLst>
          </p:cNvPr>
          <p:cNvSpPr/>
          <p:nvPr/>
        </p:nvSpPr>
        <p:spPr>
          <a:xfrm>
            <a:off x="6186892" y="1887207"/>
            <a:ext cx="685800" cy="685800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E58526D-650F-F4E3-E186-50B6C4AA3930}"/>
              </a:ext>
            </a:extLst>
          </p:cNvPr>
          <p:cNvSpPr/>
          <p:nvPr/>
        </p:nvSpPr>
        <p:spPr>
          <a:xfrm>
            <a:off x="7619001" y="1887207"/>
            <a:ext cx="685800" cy="685800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469656B-941F-60DC-DFC1-6D067EADC009}"/>
              </a:ext>
            </a:extLst>
          </p:cNvPr>
          <p:cNvSpPr/>
          <p:nvPr/>
        </p:nvSpPr>
        <p:spPr>
          <a:xfrm>
            <a:off x="3322674" y="1887207"/>
            <a:ext cx="685800" cy="685800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E59DEF6-D4C5-DCB5-73BE-42FDEE2DE911}"/>
              </a:ext>
            </a:extLst>
          </p:cNvPr>
          <p:cNvSpPr/>
          <p:nvPr/>
        </p:nvSpPr>
        <p:spPr>
          <a:xfrm>
            <a:off x="5554883" y="3266291"/>
            <a:ext cx="457200" cy="457200"/>
          </a:xfrm>
          <a:prstGeom prst="ellipse">
            <a:avLst/>
          </a:prstGeom>
          <a:noFill/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52FEB4F-0CA6-D653-F027-FD6FFD3C47A0}"/>
              </a:ext>
            </a:extLst>
          </p:cNvPr>
          <p:cNvCxnSpPr>
            <a:cxnSpLocks/>
          </p:cNvCxnSpPr>
          <p:nvPr/>
        </p:nvCxnSpPr>
        <p:spPr>
          <a:xfrm>
            <a:off x="5783483" y="3723491"/>
            <a:ext cx="0" cy="505338"/>
          </a:xfrm>
          <a:prstGeom prst="line">
            <a:avLst/>
          </a:prstGeom>
          <a:ln w="7620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F865F32-9104-7DC0-56A0-ED1EE07ADED7}"/>
              </a:ext>
            </a:extLst>
          </p:cNvPr>
          <p:cNvCxnSpPr>
            <a:cxnSpLocks/>
            <a:stCxn id="27" idx="4"/>
            <a:endCxn id="31" idx="1"/>
          </p:cNvCxnSpPr>
          <p:nvPr/>
        </p:nvCxnSpPr>
        <p:spPr>
          <a:xfrm>
            <a:off x="5097683" y="2573007"/>
            <a:ext cx="524155" cy="760239"/>
          </a:xfrm>
          <a:prstGeom prst="lin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ABE39C2-FE53-38E6-311E-3F653A9B409F}"/>
              </a:ext>
            </a:extLst>
          </p:cNvPr>
          <p:cNvCxnSpPr>
            <a:cxnSpLocks/>
            <a:stCxn id="28" idx="4"/>
            <a:endCxn id="31" idx="7"/>
          </p:cNvCxnSpPr>
          <p:nvPr/>
        </p:nvCxnSpPr>
        <p:spPr>
          <a:xfrm flipH="1">
            <a:off x="5945128" y="2573007"/>
            <a:ext cx="584664" cy="760239"/>
          </a:xfrm>
          <a:prstGeom prst="lin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802AC1B-BDE2-6878-378D-3C6BDB36AA70}"/>
              </a:ext>
            </a:extLst>
          </p:cNvPr>
          <p:cNvCxnSpPr>
            <a:cxnSpLocks/>
            <a:stCxn id="29" idx="3"/>
            <a:endCxn id="31" idx="6"/>
          </p:cNvCxnSpPr>
          <p:nvPr/>
        </p:nvCxnSpPr>
        <p:spPr>
          <a:xfrm flipH="1">
            <a:off x="6012083" y="2472574"/>
            <a:ext cx="1707351" cy="1022317"/>
          </a:xfrm>
          <a:prstGeom prst="lin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AB0A2C9-C337-455F-51E7-585E6CD128BD}"/>
              </a:ext>
            </a:extLst>
          </p:cNvPr>
          <p:cNvCxnSpPr>
            <a:cxnSpLocks/>
            <a:stCxn id="30" idx="5"/>
            <a:endCxn id="31" idx="2"/>
          </p:cNvCxnSpPr>
          <p:nvPr/>
        </p:nvCxnSpPr>
        <p:spPr>
          <a:xfrm>
            <a:off x="3908041" y="2472574"/>
            <a:ext cx="1646842" cy="1022317"/>
          </a:xfrm>
          <a:prstGeom prst="lin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Freeform 48">
            <a:extLst>
              <a:ext uri="{FF2B5EF4-FFF2-40B4-BE49-F238E27FC236}">
                <a16:creationId xmlns:a16="http://schemas.microsoft.com/office/drawing/2014/main" id="{E5FE61D9-5880-94AF-E81F-41E927531E6B}"/>
              </a:ext>
            </a:extLst>
          </p:cNvPr>
          <p:cNvSpPr/>
          <p:nvPr/>
        </p:nvSpPr>
        <p:spPr>
          <a:xfrm>
            <a:off x="3514585" y="1055077"/>
            <a:ext cx="245872" cy="832130"/>
          </a:xfrm>
          <a:custGeom>
            <a:avLst/>
            <a:gdLst>
              <a:gd name="connsiteX0" fmla="*/ 423089 w 423089"/>
              <a:gd name="connsiteY0" fmla="*/ 0 h 1228299"/>
              <a:gd name="connsiteX1" fmla="*/ 9 w 423089"/>
              <a:gd name="connsiteY1" fmla="*/ 218365 h 1228299"/>
              <a:gd name="connsiteX2" fmla="*/ 409441 w 423089"/>
              <a:gd name="connsiteY2" fmla="*/ 327547 h 1228299"/>
              <a:gd name="connsiteX3" fmla="*/ 40952 w 423089"/>
              <a:gd name="connsiteY3" fmla="*/ 573206 h 1228299"/>
              <a:gd name="connsiteX4" fmla="*/ 423089 w 423089"/>
              <a:gd name="connsiteY4" fmla="*/ 655093 h 1228299"/>
              <a:gd name="connsiteX5" fmla="*/ 40952 w 423089"/>
              <a:gd name="connsiteY5" fmla="*/ 900753 h 1228299"/>
              <a:gd name="connsiteX6" fmla="*/ 286612 w 423089"/>
              <a:gd name="connsiteY6" fmla="*/ 1228299 h 12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089" h="1228299">
                <a:moveTo>
                  <a:pt x="423089" y="0"/>
                </a:moveTo>
                <a:cubicBezTo>
                  <a:pt x="212686" y="81887"/>
                  <a:pt x="2284" y="163774"/>
                  <a:pt x="9" y="218365"/>
                </a:cubicBezTo>
                <a:cubicBezTo>
                  <a:pt x="-2266" y="272956"/>
                  <a:pt x="402617" y="268407"/>
                  <a:pt x="409441" y="327547"/>
                </a:cubicBezTo>
                <a:cubicBezTo>
                  <a:pt x="416265" y="386687"/>
                  <a:pt x="38677" y="518615"/>
                  <a:pt x="40952" y="573206"/>
                </a:cubicBezTo>
                <a:cubicBezTo>
                  <a:pt x="43227" y="627797"/>
                  <a:pt x="423089" y="600502"/>
                  <a:pt x="423089" y="655093"/>
                </a:cubicBezTo>
                <a:cubicBezTo>
                  <a:pt x="423089" y="709684"/>
                  <a:pt x="63698" y="805219"/>
                  <a:pt x="40952" y="900753"/>
                </a:cubicBezTo>
                <a:cubicBezTo>
                  <a:pt x="18206" y="996287"/>
                  <a:pt x="179705" y="1171433"/>
                  <a:pt x="286612" y="1228299"/>
                </a:cubicBezTo>
              </a:path>
            </a:pathLst>
          </a:cu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6F75529A-F6C5-F746-9B21-15805BE1AA84}"/>
              </a:ext>
            </a:extLst>
          </p:cNvPr>
          <p:cNvSpPr/>
          <p:nvPr/>
        </p:nvSpPr>
        <p:spPr>
          <a:xfrm>
            <a:off x="4958575" y="1055077"/>
            <a:ext cx="245872" cy="832130"/>
          </a:xfrm>
          <a:custGeom>
            <a:avLst/>
            <a:gdLst>
              <a:gd name="connsiteX0" fmla="*/ 423089 w 423089"/>
              <a:gd name="connsiteY0" fmla="*/ 0 h 1228299"/>
              <a:gd name="connsiteX1" fmla="*/ 9 w 423089"/>
              <a:gd name="connsiteY1" fmla="*/ 218365 h 1228299"/>
              <a:gd name="connsiteX2" fmla="*/ 409441 w 423089"/>
              <a:gd name="connsiteY2" fmla="*/ 327547 h 1228299"/>
              <a:gd name="connsiteX3" fmla="*/ 40952 w 423089"/>
              <a:gd name="connsiteY3" fmla="*/ 573206 h 1228299"/>
              <a:gd name="connsiteX4" fmla="*/ 423089 w 423089"/>
              <a:gd name="connsiteY4" fmla="*/ 655093 h 1228299"/>
              <a:gd name="connsiteX5" fmla="*/ 40952 w 423089"/>
              <a:gd name="connsiteY5" fmla="*/ 900753 h 1228299"/>
              <a:gd name="connsiteX6" fmla="*/ 286612 w 423089"/>
              <a:gd name="connsiteY6" fmla="*/ 1228299 h 12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089" h="1228299">
                <a:moveTo>
                  <a:pt x="423089" y="0"/>
                </a:moveTo>
                <a:cubicBezTo>
                  <a:pt x="212686" y="81887"/>
                  <a:pt x="2284" y="163774"/>
                  <a:pt x="9" y="218365"/>
                </a:cubicBezTo>
                <a:cubicBezTo>
                  <a:pt x="-2266" y="272956"/>
                  <a:pt x="402617" y="268407"/>
                  <a:pt x="409441" y="327547"/>
                </a:cubicBezTo>
                <a:cubicBezTo>
                  <a:pt x="416265" y="386687"/>
                  <a:pt x="38677" y="518615"/>
                  <a:pt x="40952" y="573206"/>
                </a:cubicBezTo>
                <a:cubicBezTo>
                  <a:pt x="43227" y="627797"/>
                  <a:pt x="423089" y="600502"/>
                  <a:pt x="423089" y="655093"/>
                </a:cubicBezTo>
                <a:cubicBezTo>
                  <a:pt x="423089" y="709684"/>
                  <a:pt x="63698" y="805219"/>
                  <a:pt x="40952" y="900753"/>
                </a:cubicBezTo>
                <a:cubicBezTo>
                  <a:pt x="18206" y="996287"/>
                  <a:pt x="179705" y="1171433"/>
                  <a:pt x="286612" y="1228299"/>
                </a:cubicBezTo>
              </a:path>
            </a:pathLst>
          </a:cu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7D9C9B64-96E7-2BD6-B743-BF53DDE76AC3}"/>
              </a:ext>
            </a:extLst>
          </p:cNvPr>
          <p:cNvSpPr/>
          <p:nvPr/>
        </p:nvSpPr>
        <p:spPr>
          <a:xfrm>
            <a:off x="6390684" y="1055077"/>
            <a:ext cx="245872" cy="832130"/>
          </a:xfrm>
          <a:custGeom>
            <a:avLst/>
            <a:gdLst>
              <a:gd name="connsiteX0" fmla="*/ 423089 w 423089"/>
              <a:gd name="connsiteY0" fmla="*/ 0 h 1228299"/>
              <a:gd name="connsiteX1" fmla="*/ 9 w 423089"/>
              <a:gd name="connsiteY1" fmla="*/ 218365 h 1228299"/>
              <a:gd name="connsiteX2" fmla="*/ 409441 w 423089"/>
              <a:gd name="connsiteY2" fmla="*/ 327547 h 1228299"/>
              <a:gd name="connsiteX3" fmla="*/ 40952 w 423089"/>
              <a:gd name="connsiteY3" fmla="*/ 573206 h 1228299"/>
              <a:gd name="connsiteX4" fmla="*/ 423089 w 423089"/>
              <a:gd name="connsiteY4" fmla="*/ 655093 h 1228299"/>
              <a:gd name="connsiteX5" fmla="*/ 40952 w 423089"/>
              <a:gd name="connsiteY5" fmla="*/ 900753 h 1228299"/>
              <a:gd name="connsiteX6" fmla="*/ 286612 w 423089"/>
              <a:gd name="connsiteY6" fmla="*/ 1228299 h 12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089" h="1228299">
                <a:moveTo>
                  <a:pt x="423089" y="0"/>
                </a:moveTo>
                <a:cubicBezTo>
                  <a:pt x="212686" y="81887"/>
                  <a:pt x="2284" y="163774"/>
                  <a:pt x="9" y="218365"/>
                </a:cubicBezTo>
                <a:cubicBezTo>
                  <a:pt x="-2266" y="272956"/>
                  <a:pt x="402617" y="268407"/>
                  <a:pt x="409441" y="327547"/>
                </a:cubicBezTo>
                <a:cubicBezTo>
                  <a:pt x="416265" y="386687"/>
                  <a:pt x="38677" y="518615"/>
                  <a:pt x="40952" y="573206"/>
                </a:cubicBezTo>
                <a:cubicBezTo>
                  <a:pt x="43227" y="627797"/>
                  <a:pt x="423089" y="600502"/>
                  <a:pt x="423089" y="655093"/>
                </a:cubicBezTo>
                <a:cubicBezTo>
                  <a:pt x="423089" y="709684"/>
                  <a:pt x="63698" y="805219"/>
                  <a:pt x="40952" y="900753"/>
                </a:cubicBezTo>
                <a:cubicBezTo>
                  <a:pt x="18206" y="996287"/>
                  <a:pt x="179705" y="1171433"/>
                  <a:pt x="286612" y="1228299"/>
                </a:cubicBezTo>
              </a:path>
            </a:pathLst>
          </a:cu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64A5396D-01C8-F39B-1073-84CDCE0C58AE}"/>
              </a:ext>
            </a:extLst>
          </p:cNvPr>
          <p:cNvSpPr/>
          <p:nvPr/>
        </p:nvSpPr>
        <p:spPr>
          <a:xfrm>
            <a:off x="7813057" y="1054377"/>
            <a:ext cx="245872" cy="832130"/>
          </a:xfrm>
          <a:custGeom>
            <a:avLst/>
            <a:gdLst>
              <a:gd name="connsiteX0" fmla="*/ 423089 w 423089"/>
              <a:gd name="connsiteY0" fmla="*/ 0 h 1228299"/>
              <a:gd name="connsiteX1" fmla="*/ 9 w 423089"/>
              <a:gd name="connsiteY1" fmla="*/ 218365 h 1228299"/>
              <a:gd name="connsiteX2" fmla="*/ 409441 w 423089"/>
              <a:gd name="connsiteY2" fmla="*/ 327547 h 1228299"/>
              <a:gd name="connsiteX3" fmla="*/ 40952 w 423089"/>
              <a:gd name="connsiteY3" fmla="*/ 573206 h 1228299"/>
              <a:gd name="connsiteX4" fmla="*/ 423089 w 423089"/>
              <a:gd name="connsiteY4" fmla="*/ 655093 h 1228299"/>
              <a:gd name="connsiteX5" fmla="*/ 40952 w 423089"/>
              <a:gd name="connsiteY5" fmla="*/ 900753 h 1228299"/>
              <a:gd name="connsiteX6" fmla="*/ 286612 w 423089"/>
              <a:gd name="connsiteY6" fmla="*/ 1228299 h 12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089" h="1228299">
                <a:moveTo>
                  <a:pt x="423089" y="0"/>
                </a:moveTo>
                <a:cubicBezTo>
                  <a:pt x="212686" y="81887"/>
                  <a:pt x="2284" y="163774"/>
                  <a:pt x="9" y="218365"/>
                </a:cubicBezTo>
                <a:cubicBezTo>
                  <a:pt x="-2266" y="272956"/>
                  <a:pt x="402617" y="268407"/>
                  <a:pt x="409441" y="327547"/>
                </a:cubicBezTo>
                <a:cubicBezTo>
                  <a:pt x="416265" y="386687"/>
                  <a:pt x="38677" y="518615"/>
                  <a:pt x="40952" y="573206"/>
                </a:cubicBezTo>
                <a:cubicBezTo>
                  <a:pt x="43227" y="627797"/>
                  <a:pt x="423089" y="600502"/>
                  <a:pt x="423089" y="655093"/>
                </a:cubicBezTo>
                <a:cubicBezTo>
                  <a:pt x="423089" y="709684"/>
                  <a:pt x="63698" y="805219"/>
                  <a:pt x="40952" y="900753"/>
                </a:cubicBezTo>
                <a:cubicBezTo>
                  <a:pt x="18206" y="996287"/>
                  <a:pt x="179705" y="1171433"/>
                  <a:pt x="286612" y="1228299"/>
                </a:cubicBezTo>
              </a:path>
            </a:pathLst>
          </a:cu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55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20</Words>
  <Application>Microsoft Macintosh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Avnoor Singh Sidhu</dc:creator>
  <cp:lastModifiedBy>Avnoor Singh Sidhu</cp:lastModifiedBy>
  <cp:revision>4</cp:revision>
  <dcterms:created xsi:type="dcterms:W3CDTF">2024-06-23T01:47:07Z</dcterms:created>
  <dcterms:modified xsi:type="dcterms:W3CDTF">2024-09-25T07:05:36Z</dcterms:modified>
</cp:coreProperties>
</file>